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D2D6DF"/>
    <a:srgbClr val="CCDEFA"/>
    <a:srgbClr val="D2D6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6CD0-80E1-F4CC-CA74-F0E685C5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07D2D-A095-8072-CA95-4B4832614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2CED-D09E-055C-85F5-F939695E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F8A6E-71FF-8413-4AD0-966CFE00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C1226-CBD5-A37C-3202-3EC3BC9B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3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F05B-6784-B0CD-6124-6EE8E14F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A139-0780-4CE3-ACF8-E0D90621F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86A61-6414-DF5A-4AFB-5DD14992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5A5D1-77BA-B676-0615-D32FC575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B3EA6-1C31-7748-8653-2AB858AC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3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BFCA-49B1-2AC1-4128-4C5E7FF1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6048F-0B3A-6287-5DBB-3B9B74DCD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24A13-D8FA-A006-3EF7-56DBE350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3EDBE-CEAB-9776-4409-617F6D06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4C032-225C-3869-D433-F58949F5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736F-9A24-643D-0093-4F160079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F4C4-198F-342F-0C1C-E08E83C64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29F0E-E335-99EB-72D7-D6E5EE9A4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B7DF4-F7B3-A566-02F0-E342AFFD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EDDE2-ECBB-1177-3799-4F06F2CC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2B591-940B-585C-9186-C03B759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8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E14A-196D-30C1-74E6-FF2DFD34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9748A-6874-8007-0F35-26718302D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02A7B-F6F4-28D4-1047-5BA56344E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5217E-DEB3-E15D-EF62-8F16434E2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F4470-663C-769C-C27A-6F3204A56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7D524-62DB-1682-850D-087D0F5F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0BF75-F972-616D-D651-AD4AC783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C3B2F-9BF1-11B9-7834-31A3A0C9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3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895E-365A-48AA-2162-4DD2DB22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58D8F-B92B-62E2-DDEA-3FA80541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BE50D-3698-A62A-1DD2-D7703FDD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99EE8-F514-ED64-F0E4-8D1DC721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92C130-C99B-7461-EF8A-A1A7DF5E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CF42B-9D29-E578-1C8C-A5450AF8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13632-C42D-92E0-55C7-61380653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5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34E6-B189-AD0B-4EA8-1EF78D59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FF6D-048F-8BBF-7450-10D079985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1404-7F59-7AEA-05EC-D36223AD2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08889-0EF0-062D-683B-375CBA4E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15886-DE60-E937-5109-96012328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4C699-6F8F-0492-2DD6-7D7278AF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62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CE37-51C9-3C35-158C-2F158B6F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762434-9B73-9352-1A85-2A81435E6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D218E-35F6-D3C4-C8B1-CC0FB7FFE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77729-B9F3-F25E-C84C-26B0AA37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EEBDC-A75A-F589-A7A1-B3ECD8D7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AC6AC-D5FA-6F4D-A203-2A26E90E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70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F464-B0B4-EC0F-7800-D5402FCD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3E18D-A937-ED1C-DB87-B3AABA51D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06943-0DD3-7204-7429-510BA8CB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023E7-12C7-9185-EB76-629EDCE6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5F00D-E7EA-6C86-D20D-3E48E3CD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1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F796B-7148-CBEA-F3C2-915E2EC5C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A8F4-A1AA-150B-6A37-B2C98BD30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411D6-91D7-53CD-91E6-B5E9D092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B443-0B65-83E4-05CE-112EDB32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164E5-691E-F811-B247-A5487635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4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E32FD-1F36-F775-8D89-6C027BBE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8D11-45A3-FD73-0DF7-B342332BC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D66B3-18B9-DF6B-3627-43DE91F44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704BC-BCBC-4E91-AE56-4BBCDFC9A6C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A4B0-542B-9444-5EA7-05EB6D18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CBC99-F41D-3AED-CA4C-89C244534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60A4-83D1-4228-AB5E-500FE6DF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2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105400-0698-4DD7-317A-9CFAE40A986A}"/>
              </a:ext>
            </a:extLst>
          </p:cNvPr>
          <p:cNvSpPr/>
          <p:nvPr/>
        </p:nvSpPr>
        <p:spPr>
          <a:xfrm>
            <a:off x="525194" y="228600"/>
            <a:ext cx="11141612" cy="6400800"/>
          </a:xfrm>
          <a:prstGeom prst="roundRect">
            <a:avLst>
              <a:gd name="adj" fmla="val 4703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60C673E-604E-B3F2-BA31-5B9B3AA6793B}"/>
              </a:ext>
            </a:extLst>
          </p:cNvPr>
          <p:cNvSpPr/>
          <p:nvPr/>
        </p:nvSpPr>
        <p:spPr>
          <a:xfrm>
            <a:off x="525193" y="942535"/>
            <a:ext cx="11122855" cy="5686865"/>
          </a:xfrm>
          <a:prstGeom prst="round2SameRect">
            <a:avLst>
              <a:gd name="adj1" fmla="val 0"/>
              <a:gd name="adj2" fmla="val 55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E3503E-FCFC-AB71-3956-E567B5C834E1}"/>
              </a:ext>
            </a:extLst>
          </p:cNvPr>
          <p:cNvSpPr/>
          <p:nvPr/>
        </p:nvSpPr>
        <p:spPr>
          <a:xfrm>
            <a:off x="745587" y="351692"/>
            <a:ext cx="618977" cy="4800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7EB61F-1191-1225-A5DC-B360D3543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V="1">
            <a:off x="807445" y="378955"/>
            <a:ext cx="444877" cy="444877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60CFE-9C3B-B3C5-1644-89BA03C57346}"/>
              </a:ext>
            </a:extLst>
          </p:cNvPr>
          <p:cNvSpPr/>
          <p:nvPr/>
        </p:nvSpPr>
        <p:spPr>
          <a:xfrm>
            <a:off x="702419" y="1080601"/>
            <a:ext cx="2887348" cy="2166219"/>
          </a:xfrm>
          <a:prstGeom prst="roundRect">
            <a:avLst>
              <a:gd name="adj" fmla="val 6104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5AC4D1-4E18-3633-5645-C31F73EEA7AA}"/>
              </a:ext>
            </a:extLst>
          </p:cNvPr>
          <p:cNvSpPr/>
          <p:nvPr/>
        </p:nvSpPr>
        <p:spPr>
          <a:xfrm>
            <a:off x="702419" y="3357603"/>
            <a:ext cx="2887348" cy="3089795"/>
          </a:xfrm>
          <a:prstGeom prst="roundRect">
            <a:avLst>
              <a:gd name="adj" fmla="val 6104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052F71-CC16-8494-DF6B-E388993730ED}"/>
              </a:ext>
            </a:extLst>
          </p:cNvPr>
          <p:cNvSpPr/>
          <p:nvPr/>
        </p:nvSpPr>
        <p:spPr>
          <a:xfrm>
            <a:off x="3748235" y="1080601"/>
            <a:ext cx="2000759" cy="1353110"/>
          </a:xfrm>
          <a:prstGeom prst="roundRect">
            <a:avLst>
              <a:gd name="adj" fmla="val 6104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0F9348-5714-0E29-D7F3-E68F9A4C8A0E}"/>
              </a:ext>
            </a:extLst>
          </p:cNvPr>
          <p:cNvSpPr/>
          <p:nvPr/>
        </p:nvSpPr>
        <p:spPr>
          <a:xfrm>
            <a:off x="5924035" y="1088520"/>
            <a:ext cx="2000759" cy="1345191"/>
          </a:xfrm>
          <a:prstGeom prst="roundRect">
            <a:avLst>
              <a:gd name="adj" fmla="val 6104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0081910-ACFF-E86E-8B8F-F0AA92486C4F}"/>
              </a:ext>
            </a:extLst>
          </p:cNvPr>
          <p:cNvSpPr/>
          <p:nvPr/>
        </p:nvSpPr>
        <p:spPr>
          <a:xfrm>
            <a:off x="8101892" y="1080601"/>
            <a:ext cx="3425088" cy="5378912"/>
          </a:xfrm>
          <a:prstGeom prst="roundRect">
            <a:avLst>
              <a:gd name="adj" fmla="val 2369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1BBF48-1EC9-69FE-0918-2DE57349990A}"/>
              </a:ext>
            </a:extLst>
          </p:cNvPr>
          <p:cNvSpPr/>
          <p:nvPr/>
        </p:nvSpPr>
        <p:spPr>
          <a:xfrm>
            <a:off x="3748234" y="2571777"/>
            <a:ext cx="4176560" cy="1773598"/>
          </a:xfrm>
          <a:prstGeom prst="roundRect">
            <a:avLst>
              <a:gd name="adj" fmla="val 2263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56A929-95C1-2D99-57DB-D21471252AC1}"/>
              </a:ext>
            </a:extLst>
          </p:cNvPr>
          <p:cNvSpPr/>
          <p:nvPr/>
        </p:nvSpPr>
        <p:spPr>
          <a:xfrm>
            <a:off x="3738850" y="4456158"/>
            <a:ext cx="4176560" cy="1989876"/>
          </a:xfrm>
          <a:prstGeom prst="roundRect">
            <a:avLst>
              <a:gd name="adj" fmla="val 6104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797D31-096B-1C21-562F-1E53EA96DAAD}"/>
              </a:ext>
            </a:extLst>
          </p:cNvPr>
          <p:cNvSpPr/>
          <p:nvPr/>
        </p:nvSpPr>
        <p:spPr>
          <a:xfrm>
            <a:off x="2151529" y="3960755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818443-0B83-4B84-0877-86F877939D34}"/>
              </a:ext>
            </a:extLst>
          </p:cNvPr>
          <p:cNvSpPr/>
          <p:nvPr/>
        </p:nvSpPr>
        <p:spPr>
          <a:xfrm>
            <a:off x="2151529" y="1680912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E44CF5-7263-FD62-A64C-AD1747388F18}"/>
              </a:ext>
            </a:extLst>
          </p:cNvPr>
          <p:cNvSpPr/>
          <p:nvPr/>
        </p:nvSpPr>
        <p:spPr>
          <a:xfrm>
            <a:off x="3936442" y="2034625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F6B44A-C138-F707-9BDC-78732E28534F}"/>
              </a:ext>
            </a:extLst>
          </p:cNvPr>
          <p:cNvSpPr/>
          <p:nvPr/>
        </p:nvSpPr>
        <p:spPr>
          <a:xfrm>
            <a:off x="6086620" y="2029439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E3DC4A-812D-0FE6-1711-B64B703F7C96}"/>
              </a:ext>
            </a:extLst>
          </p:cNvPr>
          <p:cNvSpPr txBox="1"/>
          <p:nvPr/>
        </p:nvSpPr>
        <p:spPr>
          <a:xfrm>
            <a:off x="807445" y="1088520"/>
            <a:ext cx="816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Revenue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981616-72C5-0387-B807-4E279CEB059D}"/>
              </a:ext>
            </a:extLst>
          </p:cNvPr>
          <p:cNvSpPr txBox="1"/>
          <p:nvPr/>
        </p:nvSpPr>
        <p:spPr>
          <a:xfrm>
            <a:off x="799409" y="3419388"/>
            <a:ext cx="677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Orders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BB957F-F733-B52C-9B3F-1F6F7D2962A8}"/>
              </a:ext>
            </a:extLst>
          </p:cNvPr>
          <p:cNvSpPr txBox="1"/>
          <p:nvPr/>
        </p:nvSpPr>
        <p:spPr>
          <a:xfrm>
            <a:off x="3766793" y="1088520"/>
            <a:ext cx="588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Profit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15FD86-9199-DE2D-9868-F1E3FB32928D}"/>
              </a:ext>
            </a:extLst>
          </p:cNvPr>
          <p:cNvSpPr txBox="1"/>
          <p:nvPr/>
        </p:nvSpPr>
        <p:spPr>
          <a:xfrm>
            <a:off x="5993646" y="1088520"/>
            <a:ext cx="11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Profit Margin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AD3FE1-FF5B-B71D-FEAE-B027CD0727A4}"/>
              </a:ext>
            </a:extLst>
          </p:cNvPr>
          <p:cNvSpPr txBox="1"/>
          <p:nvPr/>
        </p:nvSpPr>
        <p:spPr>
          <a:xfrm>
            <a:off x="3782225" y="2618944"/>
            <a:ext cx="1011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Sales Trend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D615ED-DBC4-F2A4-603B-36D7F225FA89}"/>
              </a:ext>
            </a:extLst>
          </p:cNvPr>
          <p:cNvSpPr txBox="1"/>
          <p:nvPr/>
        </p:nvSpPr>
        <p:spPr>
          <a:xfrm>
            <a:off x="8100345" y="1088520"/>
            <a:ext cx="2463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Geographical Sales Distribution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A33F98-474E-4A9A-1B1B-619C106C2435}"/>
              </a:ext>
            </a:extLst>
          </p:cNvPr>
          <p:cNvSpPr txBox="1"/>
          <p:nvPr/>
        </p:nvSpPr>
        <p:spPr>
          <a:xfrm>
            <a:off x="3787719" y="4476826"/>
            <a:ext cx="1463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Sales by Category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21767A-3551-A57B-C3C5-5ECF60147BEA}"/>
              </a:ext>
            </a:extLst>
          </p:cNvPr>
          <p:cNvSpPr txBox="1"/>
          <p:nvPr/>
        </p:nvSpPr>
        <p:spPr>
          <a:xfrm>
            <a:off x="745587" y="4452003"/>
            <a:ext cx="1129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Top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DD7C5-4D6E-F31C-CE5F-1B08371D063A}"/>
              </a:ext>
            </a:extLst>
          </p:cNvPr>
          <p:cNvSpPr txBox="1"/>
          <p:nvPr/>
        </p:nvSpPr>
        <p:spPr>
          <a:xfrm>
            <a:off x="1416014" y="436712"/>
            <a:ext cx="223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Summary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DE1361-60DC-2AEE-0739-59608091ADDD}"/>
              </a:ext>
            </a:extLst>
          </p:cNvPr>
          <p:cNvSpPr/>
          <p:nvPr/>
        </p:nvSpPr>
        <p:spPr>
          <a:xfrm>
            <a:off x="7625079" y="365943"/>
            <a:ext cx="1631853" cy="480060"/>
          </a:xfrm>
          <a:prstGeom prst="roundRect">
            <a:avLst/>
          </a:prstGeom>
          <a:noFill/>
          <a:ln w="31750">
            <a:solidFill>
              <a:srgbClr val="CCDE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2D0DF8-E5FD-EFCE-EB11-1A8B7D8247E3}"/>
              </a:ext>
            </a:extLst>
          </p:cNvPr>
          <p:cNvGrpSpPr/>
          <p:nvPr/>
        </p:nvGrpSpPr>
        <p:grpSpPr>
          <a:xfrm>
            <a:off x="9268402" y="0"/>
            <a:ext cx="2534456" cy="950668"/>
            <a:chOff x="9149936" y="-8133"/>
            <a:chExt cx="2534456" cy="95066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E206699-ED05-13DA-3CC2-049EA3F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9936" y="-8133"/>
              <a:ext cx="950668" cy="95066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D94C9BD-FCEE-A7A4-813E-9C046AEE2CCF}"/>
                </a:ext>
              </a:extLst>
            </p:cNvPr>
            <p:cNvSpPr txBox="1"/>
            <p:nvPr/>
          </p:nvSpPr>
          <p:spPr>
            <a:xfrm>
              <a:off x="9929449" y="347213"/>
              <a:ext cx="17373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Olusegun Japhet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AF404C-8105-20FC-B07D-89F423A567C7}"/>
                </a:ext>
              </a:extLst>
            </p:cNvPr>
            <p:cNvSpPr txBox="1"/>
            <p:nvPr/>
          </p:nvSpPr>
          <p:spPr>
            <a:xfrm>
              <a:off x="9947035" y="569878"/>
              <a:ext cx="1737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Data Analyst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DD51C1-C2B6-97F6-0B6B-13B6063BC4E3}"/>
              </a:ext>
            </a:extLst>
          </p:cNvPr>
          <p:cNvSpPr txBox="1"/>
          <p:nvPr/>
        </p:nvSpPr>
        <p:spPr>
          <a:xfrm>
            <a:off x="8202840" y="4037598"/>
            <a:ext cx="1129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Top Products</a:t>
            </a:r>
          </a:p>
        </p:txBody>
      </p:sp>
    </p:spTree>
    <p:extLst>
      <p:ext uri="{BB962C8B-B14F-4D97-AF65-F5344CB8AC3E}">
        <p14:creationId xmlns:p14="http://schemas.microsoft.com/office/powerpoint/2010/main" val="147018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126F49-A48D-D269-9E56-8D3C95A60D27}"/>
              </a:ext>
            </a:extLst>
          </p:cNvPr>
          <p:cNvSpPr/>
          <p:nvPr/>
        </p:nvSpPr>
        <p:spPr>
          <a:xfrm>
            <a:off x="525194" y="228600"/>
            <a:ext cx="11141612" cy="6400800"/>
          </a:xfrm>
          <a:prstGeom prst="roundRect">
            <a:avLst>
              <a:gd name="adj" fmla="val 4703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A037A-DF60-06AD-EEBA-E292C1533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V="1">
            <a:off x="807445" y="378955"/>
            <a:ext cx="444877" cy="444877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AD586A2F-CB1D-C06C-9D8C-0C9F340CCB0F}"/>
              </a:ext>
            </a:extLst>
          </p:cNvPr>
          <p:cNvSpPr/>
          <p:nvPr/>
        </p:nvSpPr>
        <p:spPr>
          <a:xfrm>
            <a:off x="543951" y="942535"/>
            <a:ext cx="11122855" cy="5686865"/>
          </a:xfrm>
          <a:prstGeom prst="round2SameRect">
            <a:avLst>
              <a:gd name="adj1" fmla="val 0"/>
              <a:gd name="adj2" fmla="val 55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366B3C-0D01-CE86-E89D-152DE48B1788}"/>
              </a:ext>
            </a:extLst>
          </p:cNvPr>
          <p:cNvSpPr/>
          <p:nvPr/>
        </p:nvSpPr>
        <p:spPr>
          <a:xfrm>
            <a:off x="689317" y="1054418"/>
            <a:ext cx="3627119" cy="1196414"/>
          </a:xfrm>
          <a:prstGeom prst="roundRect">
            <a:avLst>
              <a:gd name="adj" fmla="val 7936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640728-D134-4777-25C7-B3B708D29DD3}"/>
              </a:ext>
            </a:extLst>
          </p:cNvPr>
          <p:cNvSpPr/>
          <p:nvPr/>
        </p:nvSpPr>
        <p:spPr>
          <a:xfrm>
            <a:off x="689317" y="2329961"/>
            <a:ext cx="3627119" cy="1729636"/>
          </a:xfrm>
          <a:prstGeom prst="roundRect">
            <a:avLst>
              <a:gd name="adj" fmla="val 702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91F5AE-1199-5ACD-31D4-4B860EDF2A8D}"/>
              </a:ext>
            </a:extLst>
          </p:cNvPr>
          <p:cNvSpPr/>
          <p:nvPr/>
        </p:nvSpPr>
        <p:spPr>
          <a:xfrm>
            <a:off x="689317" y="4182689"/>
            <a:ext cx="10851309" cy="2323619"/>
          </a:xfrm>
          <a:prstGeom prst="roundRect">
            <a:avLst>
              <a:gd name="adj" fmla="val 6501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F929E4-C337-F45E-EA87-60F604D61DA1}"/>
              </a:ext>
            </a:extLst>
          </p:cNvPr>
          <p:cNvSpPr/>
          <p:nvPr/>
        </p:nvSpPr>
        <p:spPr>
          <a:xfrm>
            <a:off x="4461803" y="1070945"/>
            <a:ext cx="3413764" cy="2988652"/>
          </a:xfrm>
          <a:prstGeom prst="roundRect">
            <a:avLst>
              <a:gd name="adj" fmla="val 5885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8783F0-408A-CFCA-3FBD-28D27EF6B920}"/>
              </a:ext>
            </a:extLst>
          </p:cNvPr>
          <p:cNvSpPr/>
          <p:nvPr/>
        </p:nvSpPr>
        <p:spPr>
          <a:xfrm>
            <a:off x="8020934" y="1054417"/>
            <a:ext cx="3481749" cy="3005180"/>
          </a:xfrm>
          <a:prstGeom prst="roundRect">
            <a:avLst>
              <a:gd name="adj" fmla="val 515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5FE76-023E-23DF-7B9A-CA762A0F716E}"/>
              </a:ext>
            </a:extLst>
          </p:cNvPr>
          <p:cNvSpPr txBox="1"/>
          <p:nvPr/>
        </p:nvSpPr>
        <p:spPr>
          <a:xfrm>
            <a:off x="807445" y="1088520"/>
            <a:ext cx="960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Customers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CAB2A-F6C7-BDE1-931F-4F05BBCF9F7F}"/>
              </a:ext>
            </a:extLst>
          </p:cNvPr>
          <p:cNvSpPr txBox="1"/>
          <p:nvPr/>
        </p:nvSpPr>
        <p:spPr>
          <a:xfrm>
            <a:off x="807445" y="2361615"/>
            <a:ext cx="2115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Customer Segment – Sales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3BD6CF-C519-60EE-972D-15AEDD40199D}"/>
              </a:ext>
            </a:extLst>
          </p:cNvPr>
          <p:cNvSpPr txBox="1"/>
          <p:nvPr/>
        </p:nvSpPr>
        <p:spPr>
          <a:xfrm>
            <a:off x="4529882" y="1082399"/>
            <a:ext cx="2203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Customer Segment - Orders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7F73D5-BA4A-B634-BA40-0AB5D83817EF}"/>
              </a:ext>
            </a:extLst>
          </p:cNvPr>
          <p:cNvSpPr txBox="1"/>
          <p:nvPr/>
        </p:nvSpPr>
        <p:spPr>
          <a:xfrm>
            <a:off x="8064064" y="1108864"/>
            <a:ext cx="1482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Customer Density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28CBB4-FFE9-A94B-80F5-3A0E0808BBFE}"/>
              </a:ext>
            </a:extLst>
          </p:cNvPr>
          <p:cNvSpPr txBox="1"/>
          <p:nvPr/>
        </p:nvSpPr>
        <p:spPr>
          <a:xfrm>
            <a:off x="807445" y="4264865"/>
            <a:ext cx="148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Top 10 Customers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234A871-50D6-B565-ED1E-AFAF1AF224D2}"/>
              </a:ext>
            </a:extLst>
          </p:cNvPr>
          <p:cNvSpPr/>
          <p:nvPr/>
        </p:nvSpPr>
        <p:spPr>
          <a:xfrm>
            <a:off x="1641477" y="2903526"/>
            <a:ext cx="820369" cy="8117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76202F-E244-3749-4628-C63810967A51}"/>
              </a:ext>
            </a:extLst>
          </p:cNvPr>
          <p:cNvSpPr txBox="1"/>
          <p:nvPr/>
        </p:nvSpPr>
        <p:spPr>
          <a:xfrm>
            <a:off x="1388374" y="393022"/>
            <a:ext cx="129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7997F6B-CCD1-675B-EEAF-4AC71472FF3A}"/>
              </a:ext>
            </a:extLst>
          </p:cNvPr>
          <p:cNvSpPr/>
          <p:nvPr/>
        </p:nvSpPr>
        <p:spPr>
          <a:xfrm>
            <a:off x="887104" y="1861326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BD99A43-F36F-EEBF-118B-E47870EAEBFB}"/>
              </a:ext>
            </a:extLst>
          </p:cNvPr>
          <p:cNvSpPr/>
          <p:nvPr/>
        </p:nvSpPr>
        <p:spPr>
          <a:xfrm>
            <a:off x="7625079" y="365943"/>
            <a:ext cx="1631853" cy="480060"/>
          </a:xfrm>
          <a:prstGeom prst="roundRect">
            <a:avLst/>
          </a:prstGeom>
          <a:noFill/>
          <a:ln w="31750">
            <a:solidFill>
              <a:srgbClr val="CCDE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2E2489-369D-B60E-558B-D830B3D28DD3}"/>
              </a:ext>
            </a:extLst>
          </p:cNvPr>
          <p:cNvGrpSpPr/>
          <p:nvPr/>
        </p:nvGrpSpPr>
        <p:grpSpPr>
          <a:xfrm>
            <a:off x="9268402" y="0"/>
            <a:ext cx="2534456" cy="950668"/>
            <a:chOff x="9149936" y="-8133"/>
            <a:chExt cx="2534456" cy="950668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648B4B8-5B97-7F12-CFD9-395288EE2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9936" y="-8133"/>
              <a:ext cx="950668" cy="95066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82120B-72E9-D509-BB79-F8A75B8627C4}"/>
                </a:ext>
              </a:extLst>
            </p:cNvPr>
            <p:cNvSpPr txBox="1"/>
            <p:nvPr/>
          </p:nvSpPr>
          <p:spPr>
            <a:xfrm>
              <a:off x="9929449" y="347213"/>
              <a:ext cx="17373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Olusegun Japhet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54E8A2-311B-6262-E687-0FAC1395044E}"/>
                </a:ext>
              </a:extLst>
            </p:cNvPr>
            <p:cNvSpPr txBox="1"/>
            <p:nvPr/>
          </p:nvSpPr>
          <p:spPr>
            <a:xfrm>
              <a:off x="9947035" y="569878"/>
              <a:ext cx="1737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Data Analyst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354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EDBC5-274E-85A0-31A2-F609DD8D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866E72-6610-6E3E-2B0B-7E650A8C95C3}"/>
              </a:ext>
            </a:extLst>
          </p:cNvPr>
          <p:cNvSpPr/>
          <p:nvPr/>
        </p:nvSpPr>
        <p:spPr>
          <a:xfrm>
            <a:off x="525194" y="228600"/>
            <a:ext cx="11141612" cy="6400800"/>
          </a:xfrm>
          <a:prstGeom prst="roundRect">
            <a:avLst>
              <a:gd name="adj" fmla="val 4703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5DB445-F331-D823-AE38-DC85B2718EE1}"/>
              </a:ext>
            </a:extLst>
          </p:cNvPr>
          <p:cNvSpPr/>
          <p:nvPr/>
        </p:nvSpPr>
        <p:spPr>
          <a:xfrm>
            <a:off x="7625079" y="365943"/>
            <a:ext cx="1631853" cy="480060"/>
          </a:xfrm>
          <a:prstGeom prst="roundRect">
            <a:avLst/>
          </a:prstGeom>
          <a:noFill/>
          <a:ln w="31750">
            <a:solidFill>
              <a:srgbClr val="CCDE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6A9C8-51D4-116A-540E-CB0C87824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V="1">
            <a:off x="807445" y="378955"/>
            <a:ext cx="444877" cy="44487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9E91498-E466-D5B4-D4F4-9EF52B9229A1}"/>
              </a:ext>
            </a:extLst>
          </p:cNvPr>
          <p:cNvGrpSpPr/>
          <p:nvPr/>
        </p:nvGrpSpPr>
        <p:grpSpPr>
          <a:xfrm>
            <a:off x="9268402" y="0"/>
            <a:ext cx="2534456" cy="950668"/>
            <a:chOff x="9149936" y="-8133"/>
            <a:chExt cx="2534456" cy="9506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99D6CA3-416C-9F55-DD4C-10A4D12F8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9936" y="-8133"/>
              <a:ext cx="950668" cy="95066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7ED66F-0F73-A8A2-0969-7F2704DA6B1D}"/>
                </a:ext>
              </a:extLst>
            </p:cNvPr>
            <p:cNvSpPr txBox="1"/>
            <p:nvPr/>
          </p:nvSpPr>
          <p:spPr>
            <a:xfrm>
              <a:off x="9929449" y="347213"/>
              <a:ext cx="17373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Olusegun Japhet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3E248E-5456-4F9A-568C-3720E06DBC97}"/>
                </a:ext>
              </a:extLst>
            </p:cNvPr>
            <p:cNvSpPr txBox="1"/>
            <p:nvPr/>
          </p:nvSpPr>
          <p:spPr>
            <a:xfrm>
              <a:off x="9947035" y="569878"/>
              <a:ext cx="1737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Data Analyst</a:t>
              </a:r>
            </a:p>
          </p:txBody>
        </p:sp>
      </p:grp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92336092-0233-B144-7022-D6CC1018140E}"/>
              </a:ext>
            </a:extLst>
          </p:cNvPr>
          <p:cNvSpPr/>
          <p:nvPr/>
        </p:nvSpPr>
        <p:spPr>
          <a:xfrm>
            <a:off x="525193" y="942535"/>
            <a:ext cx="11122855" cy="5686865"/>
          </a:xfrm>
          <a:prstGeom prst="round2SameRect">
            <a:avLst>
              <a:gd name="adj1" fmla="val 0"/>
              <a:gd name="adj2" fmla="val 55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8A0CE1-A9CE-38A3-B540-46B2C62F5FAC}"/>
              </a:ext>
            </a:extLst>
          </p:cNvPr>
          <p:cNvSpPr/>
          <p:nvPr/>
        </p:nvSpPr>
        <p:spPr>
          <a:xfrm>
            <a:off x="689317" y="1029101"/>
            <a:ext cx="1772529" cy="1196414"/>
          </a:xfrm>
          <a:prstGeom prst="roundRect">
            <a:avLst>
              <a:gd name="adj" fmla="val 16928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DFAB398E-B823-7D50-9187-3F5E0BE5373D}"/>
              </a:ext>
            </a:extLst>
          </p:cNvPr>
          <p:cNvSpPr/>
          <p:nvPr/>
        </p:nvSpPr>
        <p:spPr>
          <a:xfrm>
            <a:off x="543951" y="942535"/>
            <a:ext cx="11122855" cy="5686865"/>
          </a:xfrm>
          <a:prstGeom prst="round2SameRect">
            <a:avLst>
              <a:gd name="adj1" fmla="val 0"/>
              <a:gd name="adj2" fmla="val 55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26F106-59C9-2177-3045-4A60FA09E290}"/>
              </a:ext>
            </a:extLst>
          </p:cNvPr>
          <p:cNvSpPr/>
          <p:nvPr/>
        </p:nvSpPr>
        <p:spPr>
          <a:xfrm>
            <a:off x="689317" y="994035"/>
            <a:ext cx="2716039" cy="1282880"/>
          </a:xfrm>
          <a:prstGeom prst="roundRect">
            <a:avLst>
              <a:gd name="adj" fmla="val 596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033628-72F7-8950-A4AB-B21F877F7312}"/>
              </a:ext>
            </a:extLst>
          </p:cNvPr>
          <p:cNvSpPr/>
          <p:nvPr/>
        </p:nvSpPr>
        <p:spPr>
          <a:xfrm>
            <a:off x="3507775" y="1029100"/>
            <a:ext cx="2663252" cy="1247815"/>
          </a:xfrm>
          <a:prstGeom prst="roundRect">
            <a:avLst>
              <a:gd name="adj" fmla="val 15595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093BF7-9A9D-ECE1-15E6-4B47FFEF1F3D}"/>
              </a:ext>
            </a:extLst>
          </p:cNvPr>
          <p:cNvSpPr/>
          <p:nvPr/>
        </p:nvSpPr>
        <p:spPr>
          <a:xfrm>
            <a:off x="6273444" y="1029100"/>
            <a:ext cx="5249596" cy="3187127"/>
          </a:xfrm>
          <a:prstGeom prst="roundRect">
            <a:avLst>
              <a:gd name="adj" fmla="val 515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6A3B48-EEE9-6238-9A99-C8C36D29AEDF}"/>
              </a:ext>
            </a:extLst>
          </p:cNvPr>
          <p:cNvSpPr/>
          <p:nvPr/>
        </p:nvSpPr>
        <p:spPr>
          <a:xfrm>
            <a:off x="6273444" y="4311886"/>
            <a:ext cx="5249596" cy="2194422"/>
          </a:xfrm>
          <a:prstGeom prst="roundRect">
            <a:avLst>
              <a:gd name="adj" fmla="val 739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FA1334F-2058-D6C3-A7D8-CE980F26163D}"/>
              </a:ext>
            </a:extLst>
          </p:cNvPr>
          <p:cNvSpPr/>
          <p:nvPr/>
        </p:nvSpPr>
        <p:spPr>
          <a:xfrm>
            <a:off x="668960" y="2369532"/>
            <a:ext cx="5502066" cy="4109513"/>
          </a:xfrm>
          <a:prstGeom prst="roundRect">
            <a:avLst>
              <a:gd name="adj" fmla="val 3098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E42E44-F929-41C8-681D-F59CDC80E7E9}"/>
              </a:ext>
            </a:extLst>
          </p:cNvPr>
          <p:cNvSpPr txBox="1"/>
          <p:nvPr/>
        </p:nvSpPr>
        <p:spPr>
          <a:xfrm>
            <a:off x="807445" y="1088520"/>
            <a:ext cx="827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Products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75A5F1-C2F3-3B1A-1B4E-8E4B9E5E73FF}"/>
              </a:ext>
            </a:extLst>
          </p:cNvPr>
          <p:cNvSpPr txBox="1"/>
          <p:nvPr/>
        </p:nvSpPr>
        <p:spPr>
          <a:xfrm>
            <a:off x="3602908" y="1088520"/>
            <a:ext cx="824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Discount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8C9A1-EBC8-E277-92A9-5130922DBF14}"/>
              </a:ext>
            </a:extLst>
          </p:cNvPr>
          <p:cNvSpPr txBox="1"/>
          <p:nvPr/>
        </p:nvSpPr>
        <p:spPr>
          <a:xfrm>
            <a:off x="807444" y="2427434"/>
            <a:ext cx="1248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Category Sales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6571EB-E460-E0ED-FA49-2E468509868F}"/>
              </a:ext>
            </a:extLst>
          </p:cNvPr>
          <p:cNvSpPr txBox="1"/>
          <p:nvPr/>
        </p:nvSpPr>
        <p:spPr>
          <a:xfrm>
            <a:off x="807444" y="3854431"/>
            <a:ext cx="1573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Sub-Category Sales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452EDF-762C-D260-FEEF-003856F73740}"/>
              </a:ext>
            </a:extLst>
          </p:cNvPr>
          <p:cNvSpPr txBox="1"/>
          <p:nvPr/>
        </p:nvSpPr>
        <p:spPr>
          <a:xfrm>
            <a:off x="4134773" y="3841850"/>
            <a:ext cx="1282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Category Profit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AB5A93-C611-73BE-0B4A-9382101D9052}"/>
              </a:ext>
            </a:extLst>
          </p:cNvPr>
          <p:cNvSpPr txBox="1"/>
          <p:nvPr/>
        </p:nvSpPr>
        <p:spPr>
          <a:xfrm>
            <a:off x="6296035" y="4401460"/>
            <a:ext cx="1493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Weakest Products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074C37-0F94-C71D-DE86-D16E532DFB94}"/>
              </a:ext>
            </a:extLst>
          </p:cNvPr>
          <p:cNvSpPr txBox="1"/>
          <p:nvPr/>
        </p:nvSpPr>
        <p:spPr>
          <a:xfrm>
            <a:off x="6296035" y="1088519"/>
            <a:ext cx="2216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Strongest Products – Top 10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DBF9874-FE49-A8FC-D15E-5B083C3EC339}"/>
              </a:ext>
            </a:extLst>
          </p:cNvPr>
          <p:cNvSpPr/>
          <p:nvPr/>
        </p:nvSpPr>
        <p:spPr>
          <a:xfrm>
            <a:off x="4242131" y="4709237"/>
            <a:ext cx="820369" cy="8117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DB09C3-A82C-562E-734F-72A1FC6A4C38}"/>
              </a:ext>
            </a:extLst>
          </p:cNvPr>
          <p:cNvSpPr txBox="1"/>
          <p:nvPr/>
        </p:nvSpPr>
        <p:spPr>
          <a:xfrm>
            <a:off x="1281379" y="392253"/>
            <a:ext cx="1105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Products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6C573F0-ADC1-EDFD-36E6-AD114A9BF85E}"/>
              </a:ext>
            </a:extLst>
          </p:cNvPr>
          <p:cNvSpPr/>
          <p:nvPr/>
        </p:nvSpPr>
        <p:spPr>
          <a:xfrm>
            <a:off x="1934187" y="1855336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4F55C62-A967-6EEE-A6BA-F719519DC6B0}"/>
              </a:ext>
            </a:extLst>
          </p:cNvPr>
          <p:cNvSpPr/>
          <p:nvPr/>
        </p:nvSpPr>
        <p:spPr>
          <a:xfrm>
            <a:off x="4754581" y="1906102"/>
            <a:ext cx="1325062" cy="3119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vs PY</a:t>
            </a:r>
          </a:p>
        </p:txBody>
      </p:sp>
    </p:spTree>
    <p:extLst>
      <p:ext uri="{BB962C8B-B14F-4D97-AF65-F5344CB8AC3E}">
        <p14:creationId xmlns:p14="http://schemas.microsoft.com/office/powerpoint/2010/main" val="285781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</TotalTime>
  <Words>76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Olusegun Japheth</dc:creator>
  <cp:lastModifiedBy>Olusegun Japheth</cp:lastModifiedBy>
  <cp:revision>6</cp:revision>
  <dcterms:created xsi:type="dcterms:W3CDTF">2026-04-14T14:32:10Z</dcterms:created>
  <dcterms:modified xsi:type="dcterms:W3CDTF">2026-04-17T09:55:21Z</dcterms:modified>
</cp:coreProperties>
</file>